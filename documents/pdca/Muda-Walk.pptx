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37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Muda-Walk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Team: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dirty="0"/>
              <a:t>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0" y="182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Datum: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dirty="0"/>
              <a:t> 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94360"/>
          <a:ext cx="115214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048"/>
                <a:gridCol w="384048"/>
                <a:gridCol w="384048"/>
                <a:gridCol w="384048"/>
                <a:gridCol w="502920"/>
                <a:gridCol w="502920"/>
                <a:gridCol w="384048"/>
                <a:gridCol w="3063240"/>
                <a:gridCol w="502920"/>
              </a:tblGrid>
              <a:tr h="34747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</a:rPr>
                        <a:t>Bereich,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</a:rPr>
                        <a:t>Arbeitsplatz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</a:rPr>
                        <a:t>-schritt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Verschwendung durch …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</a:rPr>
                        <a:t>Beschreibung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</a:rPr>
                        <a:t>Wie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</a:rPr>
                        <a:t>viel?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65836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Über-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produktion</a:t>
                      </a:r>
                      <a:endParaRPr lang="en-US" sz="7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Fehler</a:t>
                      </a:r>
                      <a:endParaRPr lang="en-US" sz="7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Warte-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zeiten</a:t>
                      </a:r>
                      <a:endParaRPr lang="en-US" sz="7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Trans-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porte</a:t>
                      </a:r>
                      <a:endParaRPr lang="en-US" sz="7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Unnötige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Bewegungen</a:t>
                      </a:r>
                      <a:endParaRPr lang="en-US" sz="7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Ineffiziente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Prozesse</a:t>
                      </a:r>
                      <a:endParaRPr lang="en-US" sz="7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</a:rPr>
                        <a:t>Bestände</a:t>
                      </a:r>
                      <a:endParaRPr lang="en-US" sz="7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Muda-Walk</dc:title>
  <dc:subject>PptxGenJS Presentation</dc:subject>
  <dc:creator>Bocsa Robert</dc:creator>
  <cp:lastModifiedBy>Bocsa Robert</cp:lastModifiedBy>
  <cp:revision>1</cp:revision>
  <dcterms:created xsi:type="dcterms:W3CDTF">2026-06-23T16:25:13Z</dcterms:created>
  <dcterms:modified xsi:type="dcterms:W3CDTF">2026-06-23T16:25:13Z</dcterms:modified>
</cp:coreProperties>
</file>